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AI-Based Component Placement Error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PCB assembly inspection using computer vision and optional YOLO detection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Capstone project | [Student name] | [Institution]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PCB quality depends on component presence, position and orientation.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Manual inspection can be repetitive and influenced by viewing conditions.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Goal: flag suspicious regions for human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Defect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Missing component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Shifted or misaligned component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Incorrect orientation / polarity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Wrong component installed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Build an image preprocessing workflow.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Compare an inspection board with a known-good reference.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Train and evaluate an object detector on labelled real images.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Visualize candidate defects in a demo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Image input → preprocessing and alignment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Reference-image comparison for differences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Optional YOLO model for visible defect localization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Annotated output and inspection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Dataset and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Collect representative real PCB images.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Label defects using a consistent class policy.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Split by physical board/session to reduce data leakage.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Synthetic examples are for interface testing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Python and OpenCV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PyTorch / Ultralytics YOLO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CVAT or LabelImg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Streamlit demo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Precision, recall and F1-score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mAP@50 and mAP@50–95 for detection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Review confusion matrix and false positives / negatives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Report measured results from held-out real data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Demo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Upload known-good reference and inspected board.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Review highlighted image differences.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Optionally run trained YOLO weights.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Download annotated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Lighting and alignment can create false alarms.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Missing parts need a reference-aware strategy.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Future: Gerber/CAD footprint checks and controlled imaging.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Not a certified production inspection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Repository provides a working prototype and training/evaluation workflow.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Real-world performance depends on representative labelled data.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Next: collect data, train, test, and document measured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8DCBE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OpenCV docs: https://docs.opencv.org/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Ultralytics docs: https://docs.ultralytics.com/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Cite the dataset and annotation tool actually used.</a:t>
            </a:r>
          </a:p>
          <a:p>
            <a:pPr>
              <a:spcAft>
                <a:spcPts val="1800"/>
              </a:spcAft>
              <a:defRPr sz="2100">
                <a:solidFill>
                  <a:srgbClr val="F0F3F8"/>
                </a:solidFill>
              </a:defRPr>
            </a:pPr>
            <a:r>
              <a:t>Replace placeholders with project-specific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